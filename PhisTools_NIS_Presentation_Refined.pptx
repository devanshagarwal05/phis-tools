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397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Title
[Sources]
- Team and course details are from the provided draft deck and plan.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
[Sources]
- Problem framing and NIS-first motivation drawn from the rewrite plan.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
[Sources]
- Scope and slide structure based on the rewrite plan.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
[Sources]
- Flow and visual recommendations from PHISTOOLS_PPT_REWRITE_PLAN.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
[Sources]
- Runtime flow based on rewrite plan and project structure summary.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
[Sources]
- Layer framing per PHISTOOLS_PPT_REWRITE_PLAN.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
[Sources]
- Feature grouping and status tags per PHISTOOLS_PPT_REWRITE_PLAN.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
[Sources]
- Model lineup and explanation per PHISTOOLS_PPT_REWRITE_PLAN.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
[Sources]
- Heuristics + risk scoring + attack typing slide content based on rewrite plan.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
[Sources]
- URL metric deltas from URL_MODEL_RETRAIN_REPORT.
- Slide structure from PHISTOOLS_PPT_REWRITE_PLAN.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
[Sources]
- Improvement list based on project improvement reports and rewrite plan.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
[Sources]
- Limitations per PHISTOOLS_PPT_REWRITE_PLAN.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
[Sources]
- Future work items per PHISTOOLS_PPT_REWRITE_PLAN.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
[Sources]
- Conclusion framing per PHISTOOLS_PPT_REWRITE_PLAN.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PhisTools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Policy-Aware Phishing Risk Analysis &amp; Prevention-Support Tool (NIS)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94415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4884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Network Information Security (NIS)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Samarth Khandelwal (23BIT0051) • Devansh Agarwal (23BIT0028) • Nakul Thombare (23BIT0013)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 Shantharajah S P • Institution: VIT Vellore • Date: 08-04-2026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NIS-first triage workflow. ML gives probabilities; NIS logic turns them into risk, attack type, and response guidance.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multi-signal security triage problem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669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051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phishing is hard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52120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mix social engineering + infrastructure tricks (spoofing, redirects, lookalike domains).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Single-signal detectors (only keywords / only signature rules) miss new variants or over-flag benign content.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need explainable risk + next actions, not only a yes/no label.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37960" y="868680"/>
            <a:ext cx="510235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051560"/>
            <a:ext cx="4645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1371600"/>
            <a:ext cx="464515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combine ML evidence with NIS indicators to triage emails safely?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should include: risk score, threat level, attack type, and response guidance.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94415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7033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PhisTools provides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023360"/>
            <a:ext cx="1063721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email subject/body, optional headers, URLs, optional remote attachment URL.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email ML + URL ML + header/spoofing checks + NIS heuristics.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risk score (0–100), verdict (safe/suspicious/phishing), attack typing, recommended actions, logs.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PhisTools • NIS Review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760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051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5303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multi-model phishing assessment system (email + URLs).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risk-based scoring layer (0–100) with policy thresholds.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NIS indicators: spoofing/header checks, suspicious URL heuristics, attack typing, recommended actions.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37960" y="868680"/>
            <a:ext cx="5102352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051560"/>
            <a:ext cx="4645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1371600"/>
            <a:ext cx="464515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triage + explainability + logs + optional enrichment.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full SPF/DKIM/DMARC verification, malware detonation sandbox, enterprise-scale deployment.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strong academic NIS prototype, not “production-ready”.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9441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02336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343400"/>
            <a:ext cx="1063721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runnable Streamlit web app (webapp.py) that fuses ML + NIS signals into risk, verdict, attack type, and actions.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pipeline to regenerate models and improve calibration when false positives are observed.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PhisTools • NIS Review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inputs to actionable security output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4"/>
            <a:ext cx="3429000" cy="1307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56935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/ Body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(optional)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(optional)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file URL (optional)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1600200"/>
            <a:ext cx="228600" cy="365760"/>
          </a:xfrm>
          <a:prstGeom prst="right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207005"/>
            <a:ext cx="3429000" cy="13075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354347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1691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ML probs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ML probs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checks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/ intel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1600200"/>
            <a:ext cx="228600" cy="365760"/>
          </a:xfrm>
          <a:prstGeom prst="right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207008"/>
            <a:ext cx="3429000" cy="1307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1321308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1691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(0–100)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level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+ logs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2834640"/>
            <a:ext cx="5102352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3017520"/>
            <a:ext cx="4645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NIS-first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3337560"/>
            <a:ext cx="464515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+ policy thresholds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Spoofing/header checks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typing + recommended actions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scan logs + optional enrichment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PhisTools • NIS Review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FE57649-B286-82D4-AA18-B946FC12E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721" y="2871216"/>
            <a:ext cx="407511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webapp.py orchestrates models + security logic + logging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runtime 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94415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07592"/>
            <a:ext cx="10545775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models + metadata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68805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41957"/>
            <a:ext cx="10545775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User inputs (subject/body/headers/URLs)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0317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76322"/>
            <a:ext cx="10545775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Email ML inference (logistic + LSTM + hybrid)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37535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10687"/>
            <a:ext cx="10545775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Header analysis (spoofing signals)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7190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45052"/>
            <a:ext cx="10545775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URL ML inference + URL heuristics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06265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79417"/>
            <a:ext cx="10545775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Risk fusion + calibration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4063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13782"/>
            <a:ext cx="10545775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Policy thresholds → verdict + threat level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674995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748147"/>
            <a:ext cx="10545775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Attack type + recommended actions + logging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PhisTools • NIS Review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vs ML Positioning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evidence; NIS is interpretation + 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441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11094415" cy="1737360"/>
          </a:xfrm>
          <a:prstGeom prst="rect">
            <a:avLst/>
          </a:prstGeom>
          <a:solidFill>
            <a:srgbClr val="E8F1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80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Evidence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1234440"/>
            <a:ext cx="752825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probability (logistic + LSTM + hybrid)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probability (URL model)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detect phishing-like patterns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94415" cy="1737360"/>
          </a:xfrm>
          <a:prstGeom prst="rect">
            <a:avLst/>
          </a:prstGeom>
          <a:solidFill>
            <a:srgbClr val="E9F8F7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17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Analysis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2971800"/>
            <a:ext cx="752825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Spoofing/header checks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URL/domain heuristics (shorteners, IP hosts, TLDs, keywords)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output: actions + logs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94415" cy="1737360"/>
          </a:xfrm>
          <a:prstGeom prst="rect">
            <a:avLst/>
          </a:prstGeom>
          <a:solidFill>
            <a:srgbClr val="FFF6E6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754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Decision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4709160"/>
            <a:ext cx="752825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(0–100)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thresholds → verdict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typing + recommended response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PhisTools • NIS Review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Feature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 Optional vs Recently Improved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57621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234440"/>
            <a:ext cx="3119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Signals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311901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ML scoring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ML scoring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analysis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7738" y="1051560"/>
            <a:ext cx="357621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36338" y="1234440"/>
            <a:ext cx="3119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36338" y="1554480"/>
            <a:ext cx="311901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(0–100)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level + verdict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explainability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66837" y="1051560"/>
            <a:ext cx="357621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95437" y="1234440"/>
            <a:ext cx="3119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&amp; Ops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5437" y="1554480"/>
            <a:ext cx="311901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typing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logs + feedback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109441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160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Enrichment 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480560"/>
            <a:ext cx="1063721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attachment URL scan: success / blocked(403) / not_found(404) / webpage / invalid_url (graceful handling).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Threat-intel enrichment: optional online checks when keys are available (kept optional).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PhisTools • NIS Review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Algorithms (Project Context)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model contributes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4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11094415" cy="950976"/>
          </a:xfrm>
          <a:prstGeom prst="rect">
            <a:avLst/>
          </a:prstGeom>
          <a:solidFill>
            <a:srgbClr val="D9E8F5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07008"/>
            <a:ext cx="2194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097280"/>
            <a:ext cx="0" cy="950976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1207008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0" cy="950976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207008"/>
            <a:ext cx="1645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097280"/>
            <a:ext cx="0" cy="950976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1207008"/>
            <a:ext cx="4693615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048256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157984"/>
            <a:ext cx="2194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(TF‑IDF)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26080" y="2048256"/>
            <a:ext cx="0" cy="950976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157984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text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37760" y="2048256"/>
            <a:ext cx="0" cy="950976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157984"/>
            <a:ext cx="1645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P(phishing)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66560" y="2048256"/>
            <a:ext cx="0" cy="950976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157984"/>
            <a:ext cx="4693615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baseline; interpretable; strong on keywords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2999232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108960"/>
            <a:ext cx="2194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926080" y="2999232"/>
            <a:ext cx="0" cy="950976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3108960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text sequence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37760" y="2999232"/>
            <a:ext cx="0" cy="950976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108960"/>
            <a:ext cx="1645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P(phishing)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66560" y="2999232"/>
            <a:ext cx="0" cy="950976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3108960"/>
            <a:ext cx="4693615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context and phrasing beyond bag‑of‑words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3950208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059936"/>
            <a:ext cx="2194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/ Meta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926080" y="3950208"/>
            <a:ext cx="0" cy="950976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63240" y="4059936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+ LSTM probs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937760" y="3950208"/>
            <a:ext cx="0" cy="950976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4059936"/>
            <a:ext cx="1645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email prob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766560" y="3950208"/>
            <a:ext cx="0" cy="950976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4059936"/>
            <a:ext cx="4693615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Stabilizes decisions by combining signals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4901184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010912"/>
            <a:ext cx="2194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Model (+ calibration)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926080" y="4901184"/>
            <a:ext cx="0" cy="950976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63240" y="5010912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URL/host text + structure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937760" y="4901184"/>
            <a:ext cx="0" cy="950976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5010912"/>
            <a:ext cx="1645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P(risky URL)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766560" y="4901184"/>
            <a:ext cx="0" cy="950976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5010912"/>
            <a:ext cx="4693615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suspicious destinations; reduces false positives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48640" y="5989320"/>
            <a:ext cx="1109441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77240" y="6085073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note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77239" y="6424264"/>
            <a:ext cx="10637215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optimized for practical false-positive reduction (benign domains were being over-flagged).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Heuristics, Risk Scoring &amp; Attack Typing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NIS layer turns evidence into decisions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441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63040"/>
            <a:ext cx="1816547" cy="11430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36192"/>
            <a:ext cx="163366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probs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810512"/>
            <a:ext cx="163366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4371" y="1874520"/>
            <a:ext cx="256032" cy="320040"/>
          </a:xfrm>
          <a:prstGeom prst="right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05267" y="1463040"/>
            <a:ext cx="1816547" cy="11430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6707" y="1536192"/>
            <a:ext cx="163366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indicators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96707" y="1810512"/>
            <a:ext cx="163366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heuristics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Urgency/credential cues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76678" y="1874520"/>
            <a:ext cx="256032" cy="320040"/>
          </a:xfrm>
          <a:prstGeom prst="right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7574" y="1463040"/>
            <a:ext cx="1816547" cy="11430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9014" y="1536192"/>
            <a:ext cx="163366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79014" y="1810512"/>
            <a:ext cx="163366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(0–100)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58985" y="1874520"/>
            <a:ext cx="256032" cy="320040"/>
          </a:xfrm>
          <a:prstGeom prst="right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69881" y="1463040"/>
            <a:ext cx="1816547" cy="11430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321" y="1536192"/>
            <a:ext cx="163366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61321" y="1810512"/>
            <a:ext cx="163366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thresholds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threat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41292" y="1874520"/>
            <a:ext cx="256032" cy="320040"/>
          </a:xfrm>
          <a:prstGeom prst="right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2188" y="1463040"/>
            <a:ext cx="1816547" cy="11430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3628" y="1536192"/>
            <a:ext cx="163366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43628" y="1810512"/>
            <a:ext cx="163366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steps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200400"/>
            <a:ext cx="5669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 (examples)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3703320"/>
            <a:ext cx="52120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harvesting (fake login / verify)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impersonation (Microsoft/Google/University)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/ header manipulation (Reply-To mismatch)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shortener / redirect abuse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delivery (possible malware lure)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37960" y="3200400"/>
            <a:ext cx="510235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66560" y="3383280"/>
            <a:ext cx="4645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gets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66560" y="3703320"/>
            <a:ext cx="4645152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+ threat level (triage)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“why flagged” explanation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prevention / response steps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 for review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PhisTools • NIS Review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 Observations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070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model improvement (training-side)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positives: 2438 → 2076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FPR: 0.0804 → 0.0685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0.9177 → 0.9146 (tradeoff)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0.9760 → 0.9736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051560"/>
            <a:ext cx="5925312" cy="18288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783080"/>
            <a:ext cx="5925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High-risk phishing output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3063240"/>
            <a:ext cx="5925312" cy="18288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3794760"/>
            <a:ext cx="5925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Safe / low-risk output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614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246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observations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when multiple signals align (urgent language + spoofing + risky URLs).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typing + recommended actions are strong for NIS demonstration.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limitation: some trusted-domain URL scores can still be high.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PhisTools • NIS Review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E23CC5-4D15-21F5-C137-96F4131F5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4284"/>
            <a:ext cx="5925312" cy="18260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6DC765E-2E9D-4CA0-51BA-4619D435A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2" y="3063241"/>
            <a:ext cx="5943598" cy="18201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Improvements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 → Impact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6692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188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improvements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52120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confidence: incomplete/manual headers no longer inflate risk unfairly.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calibration: weak evidence contributes less; strong combined evidence escalates more.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explainability: Email / Header / URL / Intel / Final reasoning blocks.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retraining: structural features + calibration to reduce false positives.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model load fix: runtime now loads URL model reliably (no neutral fallback).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37960" y="1005840"/>
            <a:ext cx="510235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188720"/>
            <a:ext cx="4645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1508760"/>
            <a:ext cx="4645152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believable demo behavior on benign domains.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explainability for viva questions.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attachment feature no longer “looks broken” during review.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NIS story: triage + action + ops.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PhisTools • NIS Review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4415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23444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1063721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calibration: still imperfect for some trusted enterprise/support domains.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analysis: depends on completeness/quality of provided headers.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fetch: depends on remote host policy and network conditions (403 is normal).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Threat-intel: optional, depends on API keys and connectivity.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not a full secure email gateway or SOC platform.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PhisTools • NIS Review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reliability without overselling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669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234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52120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larger benign URL corpus (academic/enterprise/government domains).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calibration + threshold tuning to reduce false positives.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URL feature set (e.g., reputation fusion).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37960" y="1051560"/>
            <a:ext cx="510235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234440"/>
            <a:ext cx="4645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depth &amp; deployment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1554480"/>
            <a:ext cx="4645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header parsing; optional SPF/DKIM/DMARC enrichment.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Threat-intel integration with clearer caching &amp; rate limits.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Packaging/requirements hardening for reproducible runs.</a:t>
            </a:r>
            <a:endParaRPr lang="en-US" sz="1200" dirty="0"/>
          </a:p>
          <a:p>
            <a:pPr marL="167640" indent="-1676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browser/endpoint integration as extension/API.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PhisTools • NIS Review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0876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1018001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NIS-first phishing triage prototype (risk, verdict, attack type, actions).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provides evidence (email + URL probabilities).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 layer provides interpretation (spoofing checks, heuristics, policy thresholds, response guidance).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Engineering maturity: calibration + robustness + demo-safe optional features.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75488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PhisTools • NIS Review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1752</Words>
  <Application>Microsoft Office PowerPoint</Application>
  <PresentationFormat>Widescreen</PresentationFormat>
  <Paragraphs>241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PhisTools Team</dc:creator>
  <cp:lastModifiedBy>Devansh Agarwal</cp:lastModifiedBy>
  <cp:revision>16</cp:revision>
  <dcterms:created xsi:type="dcterms:W3CDTF">2026-04-13T07:38:44Z</dcterms:created>
  <dcterms:modified xsi:type="dcterms:W3CDTF">2026-04-13T09:16:54Z</dcterms:modified>
</cp:coreProperties>
</file>